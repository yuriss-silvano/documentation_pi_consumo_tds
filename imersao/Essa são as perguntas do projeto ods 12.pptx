
<file path=[Content_Types].xml><?xml version="1.0" encoding="utf-8"?>
<Types xmlns="http://schemas.openxmlformats.org/package/2006/content-types">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56" r:id="rId3"/>
    <p:sldId id="257" r:id="rId4"/>
    <p:sldId id="258"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9" autoAdjust="0"/>
    <p:restoredTop sz="94660"/>
  </p:normalViewPr>
  <p:slideViewPr>
    <p:cSldViewPr snapToGrid="0">
      <p:cViewPr varScale="1">
        <p:scale>
          <a:sx n="83" d="100"/>
          <a:sy n="83" d="100"/>
        </p:scale>
        <p:origin x="40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pt-BR"/>
              <a:t>Clique para editar o título Mestre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6AE122DE-331C-4197-8542-56D98E267B76}" type="datetimeFigureOut">
              <a:rPr lang="pt-BR" smtClean="0"/>
              <a:t>19/05/2026</a:t>
            </a:fld>
            <a:endParaRPr lang="pt-B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pt-B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25036558-DFE7-447A-A113-000396A4DF73}" type="slidenum">
              <a:rPr lang="pt-BR" smtClean="0"/>
              <a:t>‹nº›</a:t>
            </a:fld>
            <a:endParaRPr lang="pt-BR"/>
          </a:p>
        </p:txBody>
      </p:sp>
    </p:spTree>
    <p:extLst>
      <p:ext uri="{BB962C8B-B14F-4D97-AF65-F5344CB8AC3E}">
        <p14:creationId xmlns:p14="http://schemas.microsoft.com/office/powerpoint/2010/main" val="4084346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pt-BR"/>
              <a:t>Clique para editar o título Mestre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6AE122DE-331C-4197-8542-56D98E267B76}" type="datetimeFigureOut">
              <a:rPr lang="pt-BR" smtClean="0"/>
              <a:t>19/05/2026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a:xfrm>
            <a:off x="10558300" y="5956137"/>
            <a:ext cx="1052508" cy="365125"/>
          </a:xfrm>
        </p:spPr>
        <p:txBody>
          <a:bodyPr/>
          <a:lstStyle/>
          <a:p>
            <a:fld id="{25036558-DFE7-447A-A113-000396A4DF73}" type="slidenum">
              <a:rPr lang="pt-BR" smtClean="0"/>
              <a:t>‹nº›</a:t>
            </a:fld>
            <a:endParaRPr lang="pt-BR"/>
          </a:p>
        </p:txBody>
      </p:sp>
    </p:spTree>
    <p:extLst>
      <p:ext uri="{BB962C8B-B14F-4D97-AF65-F5344CB8AC3E}">
        <p14:creationId xmlns:p14="http://schemas.microsoft.com/office/powerpoint/2010/main" val="4146135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AE122DE-331C-4197-8542-56D98E267B76}" type="datetimeFigureOut">
              <a:rPr lang="pt-BR" smtClean="0"/>
              <a:t>19/05/2026</a:t>
            </a:fld>
            <a:endParaRPr lang="pt-B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pt-B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25036558-DFE7-447A-A113-000396A4DF73}" type="slidenum">
              <a:rPr lang="pt-BR" smtClean="0"/>
              <a:t>‹nº›</a:t>
            </a:fld>
            <a:endParaRPr lang="pt-BR"/>
          </a:p>
        </p:txBody>
      </p:sp>
    </p:spTree>
    <p:extLst>
      <p:ext uri="{BB962C8B-B14F-4D97-AF65-F5344CB8AC3E}">
        <p14:creationId xmlns:p14="http://schemas.microsoft.com/office/powerpoint/2010/main" val="2478562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pt-BR"/>
              <a:t>Clique para editar o título Mestre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6AE122DE-331C-4197-8542-56D98E267B76}" type="datetimeFigureOut">
              <a:rPr lang="pt-BR" smtClean="0"/>
              <a:t>19/05/2026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5036558-DFE7-447A-A113-000396A4DF73}" type="slidenum">
              <a:rPr lang="pt-BR" smtClean="0"/>
              <a:t>‹nº›</a:t>
            </a:fld>
            <a:endParaRPr lang="pt-BR"/>
          </a:p>
        </p:txBody>
      </p:sp>
    </p:spTree>
    <p:extLst>
      <p:ext uri="{BB962C8B-B14F-4D97-AF65-F5344CB8AC3E}">
        <p14:creationId xmlns:p14="http://schemas.microsoft.com/office/powerpoint/2010/main" val="3946245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6AE122DE-331C-4197-8542-56D98E267B76}" type="datetimeFigureOut">
              <a:rPr lang="pt-BR" smtClean="0"/>
              <a:t>19/05/2026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25036558-DFE7-447A-A113-000396A4DF73}" type="slidenum">
              <a:rPr lang="pt-BR" smtClean="0"/>
              <a:t>‹nº›</a:t>
            </a:fld>
            <a:endParaRPr lang="pt-BR"/>
          </a:p>
        </p:txBody>
      </p:sp>
    </p:spTree>
    <p:extLst>
      <p:ext uri="{BB962C8B-B14F-4D97-AF65-F5344CB8AC3E}">
        <p14:creationId xmlns:p14="http://schemas.microsoft.com/office/powerpoint/2010/main" val="1820837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6AE122DE-331C-4197-8542-56D98E267B76}" type="datetimeFigureOut">
              <a:rPr lang="pt-BR" smtClean="0"/>
              <a:t>19/05/2026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25036558-DFE7-447A-A113-000396A4DF73}" type="slidenum">
              <a:rPr lang="pt-BR" smtClean="0"/>
              <a:t>‹nº›</a:t>
            </a:fld>
            <a:endParaRPr lang="pt-BR"/>
          </a:p>
        </p:txBody>
      </p:sp>
    </p:spTree>
    <p:extLst>
      <p:ext uri="{BB962C8B-B14F-4D97-AF65-F5344CB8AC3E}">
        <p14:creationId xmlns:p14="http://schemas.microsoft.com/office/powerpoint/2010/main" val="249658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E122DE-331C-4197-8542-56D98E267B76}" type="datetimeFigureOut">
              <a:rPr lang="pt-BR" smtClean="0"/>
              <a:t>19/05/2026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25036558-DFE7-447A-A113-000396A4DF73}" type="slidenum">
              <a:rPr lang="pt-BR" smtClean="0"/>
              <a:t>‹nº›</a:t>
            </a:fld>
            <a:endParaRPr lang="pt-BR"/>
          </a:p>
        </p:txBody>
      </p:sp>
    </p:spTree>
    <p:extLst>
      <p:ext uri="{BB962C8B-B14F-4D97-AF65-F5344CB8AC3E}">
        <p14:creationId xmlns:p14="http://schemas.microsoft.com/office/powerpoint/2010/main" val="868213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pt-BR"/>
              <a:t>Clique para editar o título Mestre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6AE122DE-331C-4197-8542-56D98E267B76}" type="datetimeFigureOut">
              <a:rPr lang="pt-BR" smtClean="0"/>
              <a:t>19/05/2026</a:t>
            </a:fld>
            <a:endParaRPr lang="pt-B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pt-B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25036558-DFE7-447A-A113-000396A4DF73}" type="slidenum">
              <a:rPr lang="pt-BR" smtClean="0"/>
              <a:t>‹nº›</a:t>
            </a:fld>
            <a:endParaRPr lang="pt-BR"/>
          </a:p>
        </p:txBody>
      </p:sp>
    </p:spTree>
    <p:extLst>
      <p:ext uri="{BB962C8B-B14F-4D97-AF65-F5344CB8AC3E}">
        <p14:creationId xmlns:p14="http://schemas.microsoft.com/office/powerpoint/2010/main" val="1516249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6AE122DE-331C-4197-8542-56D98E267B76}" type="datetimeFigureOut">
              <a:rPr lang="pt-BR" smtClean="0"/>
              <a:t>19/05/2026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5036558-DFE7-447A-A113-000396A4DF73}" type="slidenum">
              <a:rPr lang="pt-BR" smtClean="0"/>
              <a:t>‹nº›</a:t>
            </a:fld>
            <a:endParaRPr lang="pt-BR"/>
          </a:p>
        </p:txBody>
      </p:sp>
    </p:spTree>
    <p:extLst>
      <p:ext uri="{BB962C8B-B14F-4D97-AF65-F5344CB8AC3E}">
        <p14:creationId xmlns:p14="http://schemas.microsoft.com/office/powerpoint/2010/main" val="3035652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6AE122DE-331C-4197-8542-56D98E267B76}" type="datetimeFigureOut">
              <a:rPr lang="pt-BR" smtClean="0"/>
              <a:t>19/05/2026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5036558-DFE7-447A-A113-000396A4DF73}" type="slidenum">
              <a:rPr lang="pt-BR" smtClean="0"/>
              <a:t>‹nº›</a:t>
            </a:fld>
            <a:endParaRPr lang="pt-BR"/>
          </a:p>
        </p:txBody>
      </p:sp>
    </p:spTree>
    <p:extLst>
      <p:ext uri="{BB962C8B-B14F-4D97-AF65-F5344CB8AC3E}">
        <p14:creationId xmlns:p14="http://schemas.microsoft.com/office/powerpoint/2010/main" val="638469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6AE122DE-331C-4197-8542-56D98E267B76}" type="datetimeFigureOut">
              <a:rPr lang="pt-BR" smtClean="0"/>
              <a:t>19/05/2026</a:t>
            </a:fld>
            <a:endParaRPr lang="pt-BR"/>
          </a:p>
        </p:txBody>
      </p:sp>
      <p:sp>
        <p:nvSpPr>
          <p:cNvPr id="5" name="Footer Placeholder 4"/>
          <p:cNvSpPr>
            <a:spLocks noGrp="1"/>
          </p:cNvSpPr>
          <p:nvPr>
            <p:ph type="ftr" sz="quarter" idx="11"/>
          </p:nvPr>
        </p:nvSpPr>
        <p:spPr>
          <a:xfrm>
            <a:off x="774923" y="5951811"/>
            <a:ext cx="7896279" cy="365125"/>
          </a:xfrm>
        </p:spPr>
        <p:txBody>
          <a:bodyPr/>
          <a:lstStyle/>
          <a:p>
            <a:endParaRPr lang="pt-B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25036558-DFE7-447A-A113-000396A4DF73}" type="slidenum">
              <a:rPr lang="pt-BR" smtClean="0"/>
              <a:t>‹nº›</a:t>
            </a:fld>
            <a:endParaRPr lang="pt-BR"/>
          </a:p>
        </p:txBody>
      </p:sp>
    </p:spTree>
    <p:extLst>
      <p:ext uri="{BB962C8B-B14F-4D97-AF65-F5344CB8AC3E}">
        <p14:creationId xmlns:p14="http://schemas.microsoft.com/office/powerpoint/2010/main" val="3624843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pt-BR"/>
              <a:t>Clique para editar o título Mestre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6AE122DE-331C-4197-8542-56D98E267B76}" type="datetimeFigureOut">
              <a:rPr lang="pt-BR" smtClean="0"/>
              <a:t>19/05/2026</a:t>
            </a:fld>
            <a:endParaRPr lang="pt-B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pt-B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25036558-DFE7-447A-A113-000396A4DF73}" type="slidenum">
              <a:rPr lang="pt-BR" smtClean="0"/>
              <a:t>‹nº›</a:t>
            </a:fld>
            <a:endParaRPr lang="pt-B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96788088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fif"/><Relationship Id="rId2" Type="http://schemas.openxmlformats.org/officeDocument/2006/relationships/image" Target="../media/image2.jf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4245C3-9325-EFBB-15C7-8A7E9242FEEF}"/>
              </a:ext>
            </a:extLst>
          </p:cNvPr>
          <p:cNvSpPr>
            <a:spLocks noGrp="1"/>
          </p:cNvSpPr>
          <p:nvPr>
            <p:ph type="title"/>
          </p:nvPr>
        </p:nvSpPr>
        <p:spPr/>
        <p:txBody>
          <a:bodyPr/>
          <a:lstStyle/>
          <a:p>
            <a:r>
              <a:rPr lang="pt-BR" dirty="0"/>
              <a:t>Essa são as perguntas do projeto </a:t>
            </a:r>
            <a:r>
              <a:rPr lang="pt-BR" dirty="0" err="1"/>
              <a:t>ods</a:t>
            </a:r>
            <a:r>
              <a:rPr lang="pt-BR" dirty="0"/>
              <a:t> 12 q organizei espero q  gostem</a:t>
            </a:r>
          </a:p>
        </p:txBody>
      </p:sp>
      <p:pic>
        <p:nvPicPr>
          <p:cNvPr id="5" name="Espaço Reservado para Conteúdo 4">
            <a:extLst>
              <a:ext uri="{FF2B5EF4-FFF2-40B4-BE49-F238E27FC236}">
                <a16:creationId xmlns:a16="http://schemas.microsoft.com/office/drawing/2014/main" id="{FD92F1BB-ECA2-5D28-288C-E75339A10F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4612" y="2323569"/>
            <a:ext cx="5289630" cy="3104958"/>
          </a:xfrm>
          <a:prstGeom prst="rect">
            <a:avLst/>
          </a:prstGeom>
        </p:spPr>
      </p:pic>
    </p:spTree>
    <p:extLst>
      <p:ext uri="{BB962C8B-B14F-4D97-AF65-F5344CB8AC3E}">
        <p14:creationId xmlns:p14="http://schemas.microsoft.com/office/powerpoint/2010/main" val="2801264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163277-5131-7BE3-BE7C-CEBFE64E2377}"/>
              </a:ext>
            </a:extLst>
          </p:cNvPr>
          <p:cNvSpPr>
            <a:spLocks noGrp="1"/>
          </p:cNvSpPr>
          <p:nvPr>
            <p:ph type="title"/>
          </p:nvPr>
        </p:nvSpPr>
        <p:spPr/>
        <p:txBody>
          <a:bodyPr>
            <a:normAutofit fontScale="90000"/>
          </a:bodyPr>
          <a:lstStyle/>
          <a:p>
            <a:r>
              <a:rPr lang="pt-BR" b="1" i="1" dirty="0">
                <a:solidFill>
                  <a:schemeClr val="tx1">
                    <a:lumMod val="75000"/>
                  </a:schemeClr>
                </a:solidFill>
              </a:rPr>
              <a:t>Como a ausência de informações claras nos rótulos dos produtos influencia a escolha dos consumidores</a:t>
            </a:r>
            <a:r>
              <a:rPr lang="pt-BR" dirty="0">
                <a:solidFill>
                  <a:schemeClr val="tx1">
                    <a:lumMod val="75000"/>
                  </a:schemeClr>
                </a:solidFill>
              </a:rPr>
              <a:t>?</a:t>
            </a:r>
          </a:p>
        </p:txBody>
      </p:sp>
      <p:sp>
        <p:nvSpPr>
          <p:cNvPr id="3" name="Espaço Reservado para Conteúdo 2">
            <a:extLst>
              <a:ext uri="{FF2B5EF4-FFF2-40B4-BE49-F238E27FC236}">
                <a16:creationId xmlns:a16="http://schemas.microsoft.com/office/drawing/2014/main" id="{6142ED12-6850-FBDE-4C3A-AAEDAF0711E2}"/>
              </a:ext>
            </a:extLst>
          </p:cNvPr>
          <p:cNvSpPr>
            <a:spLocks noGrp="1"/>
          </p:cNvSpPr>
          <p:nvPr>
            <p:ph idx="1"/>
          </p:nvPr>
        </p:nvSpPr>
        <p:spPr/>
        <p:txBody>
          <a:bodyPr/>
          <a:lstStyle/>
          <a:p>
            <a:r>
              <a:rPr lang="pt-BR" u="sng" dirty="0">
                <a:effectLst>
                  <a:outerShdw blurRad="38100" dist="38100" dir="2700000" algn="tl">
                    <a:srgbClr val="000000">
                      <a:alpha val="43137"/>
                    </a:srgbClr>
                  </a:outerShdw>
                </a:effectLst>
              </a:rPr>
              <a:t>A ausência de informações claras nos rótulos dos produtos influencia diretamente a escolha dos consumidores, pois dificulta a compreensão sobre composição, qualidade, validade, modo de uso e possíveis riscos do produto. Isso pode gerar insegurança, dúvidas e até desconfiança na hora da compra, levando o consumidor a optar por marcas que apresentem informações mais transparentes e acessíveis. Além disso, a falta de clareza pode prejudicar pessoas com restrições alimentares, alergias ou necessidades específicas, tornando a experiência de consumo menos segura e eficiente</a:t>
            </a:r>
            <a:r>
              <a:rPr lang="pt-BR" u="sng" dirty="0"/>
              <a:t>.</a:t>
            </a:r>
          </a:p>
        </p:txBody>
      </p:sp>
    </p:spTree>
    <p:extLst>
      <p:ext uri="{BB962C8B-B14F-4D97-AF65-F5344CB8AC3E}">
        <p14:creationId xmlns:p14="http://schemas.microsoft.com/office/powerpoint/2010/main" val="525571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AD4C6F-9767-E56B-BFA6-5A11736CA193}"/>
              </a:ext>
            </a:extLst>
          </p:cNvPr>
          <p:cNvSpPr>
            <a:spLocks noGrp="1"/>
          </p:cNvSpPr>
          <p:nvPr>
            <p:ph type="title"/>
          </p:nvPr>
        </p:nvSpPr>
        <p:spPr/>
        <p:txBody>
          <a:bodyPr>
            <a:normAutofit fontScale="90000"/>
          </a:bodyPr>
          <a:lstStyle/>
          <a:p>
            <a:r>
              <a:rPr lang="pt-BR" b="1" dirty="0">
                <a:solidFill>
                  <a:schemeClr val="tx1">
                    <a:lumMod val="75000"/>
                  </a:schemeClr>
                </a:solidFill>
              </a:rPr>
              <a:t>De que maneira preços pouco transparentes podem levar o consumidor a fazer compras impulsivas ou inadequadas?</a:t>
            </a:r>
          </a:p>
        </p:txBody>
      </p:sp>
      <p:sp>
        <p:nvSpPr>
          <p:cNvPr id="3" name="Espaço Reservado para Conteúdo 2">
            <a:extLst>
              <a:ext uri="{FF2B5EF4-FFF2-40B4-BE49-F238E27FC236}">
                <a16:creationId xmlns:a16="http://schemas.microsoft.com/office/drawing/2014/main" id="{027F8CEE-CF3F-3513-F658-BB70374EDAF5}"/>
              </a:ext>
            </a:extLst>
          </p:cNvPr>
          <p:cNvSpPr>
            <a:spLocks noGrp="1"/>
          </p:cNvSpPr>
          <p:nvPr>
            <p:ph idx="1"/>
          </p:nvPr>
        </p:nvSpPr>
        <p:spPr/>
        <p:txBody>
          <a:bodyPr/>
          <a:lstStyle/>
          <a:p>
            <a:r>
              <a:rPr lang="pt-BR" i="1" u="sng" dirty="0"/>
              <a:t>Preços pouco transparentes podem induzir o consumidor a realizar compras impulsivas ou inadequadas porque dificultam a percepção do valor real do produto ou serviço. Quando informações como taxas extras, descontos confusos, parcelas com juros ou condições pouco claras não são apresentadas de forma objetiva, o consumidor pode acreditar que está fazendo um bom negócio e decidir comprar sem analisar corretamente os custos. Além disso, estratégias de preço mal explicadas podem estimular decisões rápidas baseadas na emoção ou na sensação de urgência, aumentando as chances de arrependimento, endividamento ou aquisição de produtos que não atendem às necessidades reais do consumidor.</a:t>
            </a:r>
          </a:p>
        </p:txBody>
      </p:sp>
    </p:spTree>
    <p:extLst>
      <p:ext uri="{BB962C8B-B14F-4D97-AF65-F5344CB8AC3E}">
        <p14:creationId xmlns:p14="http://schemas.microsoft.com/office/powerpoint/2010/main" val="3640355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172637-B899-BE97-8F8D-17F89D0E492A}"/>
              </a:ext>
            </a:extLst>
          </p:cNvPr>
          <p:cNvSpPr>
            <a:spLocks noGrp="1"/>
          </p:cNvSpPr>
          <p:nvPr>
            <p:ph type="title"/>
          </p:nvPr>
        </p:nvSpPr>
        <p:spPr/>
        <p:txBody>
          <a:bodyPr/>
          <a:lstStyle/>
          <a:p>
            <a:r>
              <a:rPr lang="pt-BR" dirty="0">
                <a:solidFill>
                  <a:schemeClr val="tx1">
                    <a:lumMod val="75000"/>
                  </a:schemeClr>
                </a:solidFill>
              </a:rPr>
              <a:t>Informações diretas do ChatGPT foi a prof. q deixou </a:t>
            </a:r>
            <a:r>
              <a:rPr lang="pt-BR" dirty="0">
                <a:solidFill>
                  <a:schemeClr val="tx1">
                    <a:lumMod val="75000"/>
                  </a:schemeClr>
                </a:solidFill>
                <a:sym typeface="Wingdings" panose="05000000000000000000" pitchFamily="2" charset="2"/>
              </a:rPr>
              <a:t></a:t>
            </a:r>
            <a:endParaRPr lang="pt-BR" dirty="0">
              <a:solidFill>
                <a:schemeClr val="tx1">
                  <a:lumMod val="75000"/>
                </a:schemeClr>
              </a:solidFill>
            </a:endParaRPr>
          </a:p>
        </p:txBody>
      </p:sp>
      <p:pic>
        <p:nvPicPr>
          <p:cNvPr id="5" name="Espaço Reservado para Conteúdo 4">
            <a:extLst>
              <a:ext uri="{FF2B5EF4-FFF2-40B4-BE49-F238E27FC236}">
                <a16:creationId xmlns:a16="http://schemas.microsoft.com/office/drawing/2014/main" id="{96FC8B63-C884-DD89-50F9-638EE281E1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3701" y="2483057"/>
            <a:ext cx="3723251" cy="3287054"/>
          </a:xfrm>
          <a:prstGeom prst="rect">
            <a:avLst/>
          </a:prstGeom>
        </p:spPr>
      </p:pic>
      <p:pic>
        <p:nvPicPr>
          <p:cNvPr id="7" name="Imagem 6">
            <a:extLst>
              <a:ext uri="{FF2B5EF4-FFF2-40B4-BE49-F238E27FC236}">
                <a16:creationId xmlns:a16="http://schemas.microsoft.com/office/drawing/2014/main" id="{DB1D5600-D594-5A56-3C1A-7D56F8D070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2543" y="2483057"/>
            <a:ext cx="4508688" cy="3287054"/>
          </a:xfrm>
          <a:prstGeom prst="rect">
            <a:avLst/>
          </a:prstGeom>
        </p:spPr>
      </p:pic>
    </p:spTree>
    <p:extLst>
      <p:ext uri="{BB962C8B-B14F-4D97-AF65-F5344CB8AC3E}">
        <p14:creationId xmlns:p14="http://schemas.microsoft.com/office/powerpoint/2010/main" val="60772102"/>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TM03457464[[fn=Dividendo]]</Template>
  <TotalTime>14</TotalTime>
  <Words>259</Words>
  <Application>Microsoft Office PowerPoint</Application>
  <PresentationFormat>Widescreen</PresentationFormat>
  <Paragraphs>6</Paragraphs>
  <Slides>4</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4</vt:i4>
      </vt:variant>
    </vt:vector>
  </HeadingPairs>
  <TitlesOfParts>
    <vt:vector size="8" baseType="lpstr">
      <vt:lpstr>Gill Sans MT</vt:lpstr>
      <vt:lpstr>Wingdings</vt:lpstr>
      <vt:lpstr>Wingdings 2</vt:lpstr>
      <vt:lpstr>Dividendo</vt:lpstr>
      <vt:lpstr>Essa são as perguntas do projeto ods 12 q organizei espero q  gostem</vt:lpstr>
      <vt:lpstr>Como a ausência de informações claras nos rótulos dos produtos influencia a escolha dos consumidores?</vt:lpstr>
      <vt:lpstr>De que maneira preços pouco transparentes podem levar o consumidor a fazer compras impulsivas ou inadequadas?</vt:lpstr>
      <vt:lpstr>Informações diretas do ChatGPT foi a prof. q deixou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lucas nery</dc:creator>
  <cp:lastModifiedBy>lucas nery</cp:lastModifiedBy>
  <cp:revision>1</cp:revision>
  <dcterms:created xsi:type="dcterms:W3CDTF">2026-05-19T03:16:41Z</dcterms:created>
  <dcterms:modified xsi:type="dcterms:W3CDTF">2026-05-19T03:30:57Z</dcterms:modified>
</cp:coreProperties>
</file>